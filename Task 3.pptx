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5B013-38B9-E373-1D20-FA5F32FE1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EC933-3257-26A4-C346-8160303EF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86144-DFE3-A4B6-3403-0BC441A2E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2B0-38EB-4D43-96C1-71C5B80924D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0EE3D-BA0B-4F78-3B7C-FFBCFFE04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DE8AF-2591-4191-AF3B-9CE0E8F38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6A96-9D9B-49C3-BEA1-0359E512F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5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2B130-FC9A-51C2-49F2-BB3C47A85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49A4F-8D0F-1AD4-9817-4D3D660A7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D0178-1E20-F668-F555-403C7C704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2B0-38EB-4D43-96C1-71C5B80924D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FDC81-BF77-F2E1-6991-15A085C4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BB6AD-52E4-43F1-92C1-59F3C134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6A96-9D9B-49C3-BEA1-0359E512F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6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A077-2052-A918-E391-1F8AE4D1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4D250-1EAD-7B4E-CE0A-7926187F3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9DFA2-56C6-34F9-BD2A-4CD6C4C84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2B0-38EB-4D43-96C1-71C5B80924D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53D5F-9C0D-4FD2-3663-86F996E16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FACD5-E0C0-448D-EE40-A35F6D516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6A96-9D9B-49C3-BEA1-0359E512F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2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7EE3-AA97-17C5-24BD-4334D99A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6D3D6-A27F-68E7-50B7-F642243F7E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8052-0417-7CF3-7DCA-A524BCD4D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45320-84C0-3700-62BD-6421762B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2B0-38EB-4D43-96C1-71C5B80924D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BAE64-A6FB-A32A-A4E8-A73C2CCE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B8442-44F0-4E84-ED86-949C3C6DA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6A96-9D9B-49C3-BEA1-0359E512F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43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102B5-18F6-2752-79ED-E6291ED5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1B8BC-ABDB-D332-D420-D2D7DC059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C1F7E-8BA5-ACFE-D4EA-57E20C869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82850F-03D4-5E28-7AB4-EC4A52DC2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C4114-5E99-2CA2-1A25-A044BDC47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C4514C-004C-A723-609E-F2FBE6006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2B0-38EB-4D43-96C1-71C5B80924D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1EDD3-D7AB-E3A3-902D-1B91FCB80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826DE1-5F9D-1045-E2D4-0F34F82F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6A96-9D9B-49C3-BEA1-0359E512F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9F9E6-C78C-074A-19EC-02DCA121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EA482-2899-6247-A8D0-899322A3F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2B0-38EB-4D43-96C1-71C5B80924D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5B91A-834D-698B-5761-90FCA991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4FFD7-49BB-614A-5782-74BDE9F7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6A96-9D9B-49C3-BEA1-0359E512F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19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C5AE22-B61C-ECB7-28F4-6EDE87AC0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2B0-38EB-4D43-96C1-71C5B80924D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45105-1A13-EA0A-3440-5206B0E75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F3C84-542B-28A8-8FD1-3FC375FB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6A96-9D9B-49C3-BEA1-0359E512F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7770-E92A-58FD-A299-DFD10B71B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331B8-5002-7093-12ED-130AB2E0E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547B6-BF87-5E4F-0D81-8ACFE82AE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200E2-D2EC-810B-DD70-4C3B866B6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2B0-38EB-4D43-96C1-71C5B80924D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388D4-B9BD-51D4-BA31-5CF84810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7E56F-7229-D0D0-10EA-4EEE7329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6A96-9D9B-49C3-BEA1-0359E512F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6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E0BE4-6B44-9ADC-FADE-94476AF7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183BB-042B-8D5C-D4C9-B158C101677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3FD32-FAFB-DBE3-02BA-5BB6C3EF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8794D-3613-3FAE-7DBA-F59C5917B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2B0-38EB-4D43-96C1-71C5B80924D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D464A-D931-8113-4548-69F6F05B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829B4-C52C-4243-5E7E-B3B20FD08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6A96-9D9B-49C3-BEA1-0359E512F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42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1CE18-37D7-AE13-C738-06B8F29B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1C3D0-8DEE-492F-F42F-5CA10D735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857E3-37BD-AB53-68C1-702367D8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2B0-38EB-4D43-96C1-71C5B80924D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70C86-FF23-AA8E-457B-36DE4570C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6F03-349A-B04A-30D1-9923D62D7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6A96-9D9B-49C3-BEA1-0359E512F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88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8D6836-993E-11E2-72F8-23E7BE264A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81B2D-0048-D075-6DDB-7917A0BB1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5C79E-4F6E-C87B-C65E-CC262D0C8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2B0-38EB-4D43-96C1-71C5B80924D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E140C-7520-FCD9-56DF-DF4206221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E9D0-9DD7-DF14-394E-1C113397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6A96-9D9B-49C3-BEA1-0359E512F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54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1B521-620D-C17D-5558-E793A38F5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7FD08-6BF3-F1BB-A1D4-0328EC8D6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3BEB4-E99E-3CDC-FDB4-47811E205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B92B0-38EB-4D43-96C1-71C5B80924D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CB1D7-0CC6-40CE-3F94-787FE17B5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4C4EE-BE73-EF6B-A0D3-A52216B26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C6A96-9D9B-49C3-BEA1-0359E512F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0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1910119-FC6B-42BB-B18D-9016E17E7E67}"/>
              </a:ext>
            </a:extLst>
          </p:cNvPr>
          <p:cNvGrpSpPr/>
          <p:nvPr/>
        </p:nvGrpSpPr>
        <p:grpSpPr>
          <a:xfrm>
            <a:off x="0" y="0"/>
            <a:ext cx="853030" cy="865305"/>
            <a:chOff x="0" y="0"/>
            <a:chExt cx="853030" cy="8653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8E77AA3-9600-2288-4916-FF4D9A1D99E1}"/>
                </a:ext>
              </a:extLst>
            </p:cNvPr>
            <p:cNvSpPr/>
            <p:nvPr/>
          </p:nvSpPr>
          <p:spPr>
            <a:xfrm>
              <a:off x="0" y="0"/>
              <a:ext cx="853030" cy="86530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A2D48CC-0EFD-FEED-845B-32BB84734E4F}"/>
                </a:ext>
              </a:extLst>
            </p:cNvPr>
            <p:cNvSpPr txBox="1"/>
            <p:nvPr/>
          </p:nvSpPr>
          <p:spPr>
            <a:xfrm>
              <a:off x="135011" y="0"/>
              <a:ext cx="71801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67B60E8-A19A-4578-CBD3-D72E563E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744" y="286348"/>
            <a:ext cx="8100512" cy="6075384"/>
          </a:xfrm>
          <a:prstGeom prst="rect">
            <a:avLst/>
          </a:prstGeom>
          <a:ln w="76200">
            <a:noFill/>
          </a:ln>
        </p:spPr>
      </p:pic>
    </p:spTree>
    <p:extLst>
      <p:ext uri="{BB962C8B-B14F-4D97-AF65-F5344CB8AC3E}">
        <p14:creationId xmlns:p14="http://schemas.microsoft.com/office/powerpoint/2010/main" val="2303760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9909E29-788D-FB09-F975-EBAB1B1BDDB0}"/>
              </a:ext>
            </a:extLst>
          </p:cNvPr>
          <p:cNvGrpSpPr/>
          <p:nvPr/>
        </p:nvGrpSpPr>
        <p:grpSpPr>
          <a:xfrm>
            <a:off x="0" y="0"/>
            <a:ext cx="853030" cy="865305"/>
            <a:chOff x="0" y="0"/>
            <a:chExt cx="853030" cy="86530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178B38A-6CF4-83B0-BC36-67C4A2942D35}"/>
                </a:ext>
              </a:extLst>
            </p:cNvPr>
            <p:cNvSpPr/>
            <p:nvPr/>
          </p:nvSpPr>
          <p:spPr>
            <a:xfrm>
              <a:off x="0" y="0"/>
              <a:ext cx="853030" cy="86530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43C477-3B1F-50F1-4F37-6E9F81E0810A}"/>
                </a:ext>
              </a:extLst>
            </p:cNvPr>
            <p:cNvSpPr txBox="1"/>
            <p:nvPr/>
          </p:nvSpPr>
          <p:spPr>
            <a:xfrm>
              <a:off x="135011" y="0"/>
              <a:ext cx="71801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E8A882E-C981-A066-8827-77C40B930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009" y="501756"/>
            <a:ext cx="7805982" cy="5854487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10554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5943AB7-21A6-C19C-535F-F3E07B3EDB07}"/>
              </a:ext>
            </a:extLst>
          </p:cNvPr>
          <p:cNvGrpSpPr/>
          <p:nvPr/>
        </p:nvGrpSpPr>
        <p:grpSpPr>
          <a:xfrm>
            <a:off x="0" y="0"/>
            <a:ext cx="853030" cy="865305"/>
            <a:chOff x="0" y="0"/>
            <a:chExt cx="853030" cy="86530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B92DE2A-6737-530E-1529-65489E601893}"/>
                </a:ext>
              </a:extLst>
            </p:cNvPr>
            <p:cNvSpPr/>
            <p:nvPr/>
          </p:nvSpPr>
          <p:spPr>
            <a:xfrm>
              <a:off x="0" y="0"/>
              <a:ext cx="853030" cy="86530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9E32F7E-447C-1DAB-759B-75386C164EEE}"/>
                </a:ext>
              </a:extLst>
            </p:cNvPr>
            <p:cNvSpPr txBox="1"/>
            <p:nvPr/>
          </p:nvSpPr>
          <p:spPr>
            <a:xfrm>
              <a:off x="135011" y="0"/>
              <a:ext cx="71801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348610F-5D9D-B984-8622-AEF43929E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504062"/>
            <a:ext cx="7799832" cy="584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31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01F6B0-657A-26B4-4C9D-9400F2BCC820}"/>
              </a:ext>
            </a:extLst>
          </p:cNvPr>
          <p:cNvSpPr txBox="1"/>
          <p:nvPr/>
        </p:nvSpPr>
        <p:spPr>
          <a:xfrm>
            <a:off x="2185416" y="1956816"/>
            <a:ext cx="83210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same analysis for these three and for all types of model.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for this three images.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9F248-B604-EEA6-1D86-CA10AEAE4E74}"/>
              </a:ext>
            </a:extLst>
          </p:cNvPr>
          <p:cNvSpPr txBox="1"/>
          <p:nvPr/>
        </p:nvSpPr>
        <p:spPr>
          <a:xfrm>
            <a:off x="146304" y="118872"/>
            <a:ext cx="1664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0 60 90</a:t>
            </a:r>
          </a:p>
        </p:txBody>
      </p:sp>
    </p:spTree>
    <p:extLst>
      <p:ext uri="{BB962C8B-B14F-4D97-AF65-F5344CB8AC3E}">
        <p14:creationId xmlns:p14="http://schemas.microsoft.com/office/powerpoint/2010/main" val="1653771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EC4217-D485-5C4D-D714-1A4FC3974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537" y="979911"/>
            <a:ext cx="4945942" cy="37094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DFC9543-D191-FC30-8808-1121DE02C754}"/>
              </a:ext>
            </a:extLst>
          </p:cNvPr>
          <p:cNvSpPr/>
          <p:nvPr/>
        </p:nvSpPr>
        <p:spPr>
          <a:xfrm>
            <a:off x="1188720" y="4261104"/>
            <a:ext cx="5751576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F9244EB-D9D4-1268-936D-349EA1AE12F3}"/>
              </a:ext>
            </a:extLst>
          </p:cNvPr>
          <p:cNvSpPr/>
          <p:nvPr/>
        </p:nvSpPr>
        <p:spPr>
          <a:xfrm>
            <a:off x="7068312" y="4485914"/>
            <a:ext cx="896112" cy="19659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4BFFE-2746-30DD-9A27-36C0544E14C2}"/>
              </a:ext>
            </a:extLst>
          </p:cNvPr>
          <p:cNvSpPr txBox="1"/>
          <p:nvPr/>
        </p:nvSpPr>
        <p:spPr>
          <a:xfrm>
            <a:off x="8183880" y="4089203"/>
            <a:ext cx="281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this bottom section from analysis these words and numbers might impact results</a:t>
            </a:r>
          </a:p>
        </p:txBody>
      </p:sp>
    </p:spTree>
    <p:extLst>
      <p:ext uri="{BB962C8B-B14F-4D97-AF65-F5344CB8AC3E}">
        <p14:creationId xmlns:p14="http://schemas.microsoft.com/office/powerpoint/2010/main" val="86151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41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Kanji, Akash</dc:creator>
  <cp:lastModifiedBy>Kanji, Akash</cp:lastModifiedBy>
  <cp:revision>2</cp:revision>
  <dcterms:created xsi:type="dcterms:W3CDTF">2026-10-28T00:39:15Z</dcterms:created>
  <dcterms:modified xsi:type="dcterms:W3CDTF">2026-10-28T00:47:17Z</dcterms:modified>
</cp:coreProperties>
</file>